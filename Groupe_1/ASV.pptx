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3" r:id="rId5"/>
    <p:sldId id="264" r:id="rId6"/>
    <p:sldId id="265" r:id="rId7"/>
    <p:sldId id="266" r:id="rId8"/>
    <p:sldId id="267" r:id="rId9"/>
    <p:sldId id="257" r:id="rId10"/>
    <p:sldId id="258" r:id="rId11"/>
    <p:sldId id="261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063" y="1903039"/>
            <a:ext cx="6607092" cy="3724275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376518" y="0"/>
            <a:ext cx="12568518" cy="885067"/>
          </a:xfrm>
        </p:spPr>
        <p:txBody>
          <a:bodyPr>
            <a:normAutofit/>
          </a:bodyPr>
          <a:lstStyle/>
          <a:p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REALISATION D’UNE Alimentation </a:t>
            </a:r>
            <a:r>
              <a:rPr lang="fr-F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stabilisee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202347" y="2017954"/>
            <a:ext cx="5408150" cy="4295503"/>
          </a:xfrm>
        </p:spPr>
        <p:txBody>
          <a:bodyPr>
            <a:norm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 :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YONKOUA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Azael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Parfait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TAMEU TALOM Raphaël 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ONDOA Yvan Lionel </a:t>
            </a:r>
          </a:p>
          <a:p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Projet D-CLIC Formez-vous au numérique </a:t>
            </a:r>
          </a:p>
          <a:p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TechLab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Academy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Cohorte 2</a:t>
            </a:r>
          </a:p>
          <a:p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7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40614"/>
          </a:xfrm>
        </p:spPr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contextualisation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4400" y="1872344"/>
            <a:ext cx="10363826" cy="39188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3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Certains travaux ou certaines manipulations en électronique </a:t>
            </a:r>
            <a:r>
              <a:rPr lang="fr-FR" sz="3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nécessitent </a:t>
            </a:r>
            <a:r>
              <a:rPr lang="fr-FR" sz="36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 soit fournies des tensions bien précises et spécifiques. Cependant, les différentes sources dont nous disposons ne sont pas parfaites et celles qui le seraient ne sont pas forcement accessibles.</a:t>
            </a:r>
          </a:p>
        </p:txBody>
      </p:sp>
    </p:spTree>
    <p:extLst>
      <p:ext uri="{BB962C8B-B14F-4D97-AF65-F5344CB8AC3E}">
        <p14:creationId xmlns:p14="http://schemas.microsoft.com/office/powerpoint/2010/main" val="222332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149" y="1089164"/>
            <a:ext cx="10364451" cy="732763"/>
          </a:xfrm>
        </p:spPr>
        <p:txBody>
          <a:bodyPr>
            <a:normAutofit/>
          </a:bodyPr>
          <a:lstStyle/>
          <a:p>
            <a:r>
              <a:rPr lang="fr-FR" cap="none" dirty="0"/>
              <a:t>Qu'est ce qu'une alimentation stabilisée variable </a:t>
            </a:r>
            <a:endParaRPr lang="fr-FR" cap="non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fr-FR" cap="none" dirty="0"/>
          </a:p>
          <a:p>
            <a:pPr marL="0" indent="0">
              <a:buNone/>
            </a:pPr>
            <a:r>
              <a:rPr lang="fr-FR" cap="none" dirty="0"/>
              <a:t>Une alimentation stabilisée variable est un circuit électronique capable de fournir </a:t>
            </a:r>
            <a:r>
              <a:rPr lang="fr-FR" cap="none" dirty="0" smtClean="0"/>
              <a:t>une tension </a:t>
            </a:r>
            <a:r>
              <a:rPr lang="fr-FR" cap="none" dirty="0"/>
              <a:t>continue :</a:t>
            </a:r>
          </a:p>
          <a:p>
            <a:pPr marL="0" indent="0">
              <a:buNone/>
            </a:pPr>
            <a:r>
              <a:rPr lang="fr-FR" cap="none" dirty="0" smtClean="0"/>
              <a:t>	stabilisée </a:t>
            </a:r>
            <a:r>
              <a:rPr lang="fr-FR" cap="none" dirty="0"/>
              <a:t>→ la tension reste constante même si la charge change ;</a:t>
            </a:r>
          </a:p>
          <a:p>
            <a:pPr marL="0" indent="0">
              <a:buNone/>
            </a:pPr>
            <a:r>
              <a:rPr lang="fr-FR" cap="none" dirty="0" smtClean="0"/>
              <a:t>	variable </a:t>
            </a:r>
            <a:r>
              <a:rPr lang="fr-FR" cap="none" dirty="0"/>
              <a:t>→ on peut régler la tension de sortie selon le besoin</a:t>
            </a:r>
            <a:r>
              <a:rPr lang="fr-FR" cap="none" dirty="0" smtClean="0"/>
              <a:t>.</a:t>
            </a:r>
            <a:endParaRPr lang="fr-FR" cap="none" dirty="0"/>
          </a:p>
        </p:txBody>
      </p:sp>
    </p:spTree>
    <p:extLst>
      <p:ext uri="{BB962C8B-B14F-4D97-AF65-F5344CB8AC3E}">
        <p14:creationId xmlns:p14="http://schemas.microsoft.com/office/powerpoint/2010/main" val="339723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est-elle importante?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Premièrement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pour la protection des circuits électroniques. En effet, les composants électroniques supportent souvent une tension précise. Une surtension ou une chute de tension peut créer des dommages.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Deuxièmement, elle permet de fournir une tension stable. Après le redressement du courant alternatif, la tension n'est pas parfaitement stable. L'alimentation joue ce rôle.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Troisièmement, elle permet des tests électroniques. L'alimentation variable est très utile en laboratoire.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Quatrièmement, elle permet d'améliorer les performances de certains appareils, tels que les amplificateurs, les capteurs et les microcontrôleurs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77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du projet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Convertir le courant alternatif en courant continu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Stabiliser la tension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Obtenir une tension réglable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Alimenter différents circuits électroniques</a:t>
            </a:r>
          </a:p>
        </p:txBody>
      </p:sp>
    </p:spTree>
    <p:extLst>
      <p:ext uri="{BB962C8B-B14F-4D97-AF65-F5344CB8AC3E}">
        <p14:creationId xmlns:p14="http://schemas.microsoft.com/office/powerpoint/2010/main" val="428314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Principe de fonctionnement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Transformation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courant alternatif, c'est-à-dire abaissement d'une tension élevée alternative à une tension moins élevée, redressement à travers un point de diode, filtrage à travers un condensateur, régulation à travers le régulateur LM317, réglage par le biais d'un potentiomètre et d'une résistance, sortie stabilisée.</a:t>
            </a:r>
          </a:p>
        </p:txBody>
      </p:sp>
    </p:spTree>
    <p:extLst>
      <p:ext uri="{BB962C8B-B14F-4D97-AF65-F5344CB8AC3E}">
        <p14:creationId xmlns:p14="http://schemas.microsoft.com/office/powerpoint/2010/main" val="319201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285875"/>
            <a:ext cx="9991725" cy="42862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</p:pic>
    </p:spTree>
    <p:extLst>
      <p:ext uri="{BB962C8B-B14F-4D97-AF65-F5344CB8AC3E}">
        <p14:creationId xmlns:p14="http://schemas.microsoft.com/office/powerpoint/2010/main" val="373548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Composants et </a:t>
            </a:r>
            <a:r>
              <a:rPr lang="fr-FR" dirty="0" smtClean="0"/>
              <a:t>rôles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Transformateur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Abaisse la tension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Pont de diodes → Redresse le courant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Condensateur → Filtre les ondulations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LM317 → Stabilise la tension</a:t>
            </a:r>
          </a:p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Potentiomètre → Permet le réglage</a:t>
            </a:r>
          </a:p>
        </p:txBody>
      </p:sp>
    </p:spTree>
    <p:extLst>
      <p:ext uri="{BB962C8B-B14F-4D97-AF65-F5344CB8AC3E}">
        <p14:creationId xmlns:p14="http://schemas.microsoft.com/office/powerpoint/2010/main" val="13854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422006" cy="2023254"/>
          </a:xfrm>
        </p:spPr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Niveaux d’ondulation de la tension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Espace réservé pour une image 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5" r="7795"/>
          <a:stretch>
            <a:fillRect/>
          </a:stretch>
        </p:blipFill>
        <p:spPr>
          <a:xfrm>
            <a:off x="4435475" y="609600"/>
            <a:ext cx="6245225" cy="5181600"/>
          </a:xfrm>
        </p:spPr>
      </p:pic>
    </p:spTree>
    <p:extLst>
      <p:ext uri="{BB962C8B-B14F-4D97-AF65-F5344CB8AC3E}">
        <p14:creationId xmlns:p14="http://schemas.microsoft.com/office/powerpoint/2010/main" val="16324708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973" y="1213208"/>
            <a:ext cx="8372475" cy="3724275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275" endPos="40000" dist="101600" dir="5400000" sy="-100000" algn="bl" rotWithShape="0"/>
          </a:effectLst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171954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7" r="10427"/>
          <a:stretch>
            <a:fillRect/>
          </a:stretch>
        </p:blipFill>
        <p:spPr>
          <a:xfrm>
            <a:off x="2177460" y="923109"/>
            <a:ext cx="7815262" cy="5181600"/>
          </a:xfrm>
        </p:spPr>
      </p:pic>
    </p:spTree>
    <p:extLst>
      <p:ext uri="{BB962C8B-B14F-4D97-AF65-F5344CB8AC3E}">
        <p14:creationId xmlns:p14="http://schemas.microsoft.com/office/powerpoint/2010/main" val="338425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pratiques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d'utilisation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alimentation de microcontrôleurs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électroniques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alimentation de capteurs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amplificateurs audio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de petits circuits</a:t>
            </a:r>
          </a:p>
        </p:txBody>
      </p:sp>
    </p:spTree>
    <p:extLst>
      <p:ext uri="{BB962C8B-B14F-4D97-AF65-F5344CB8AC3E}">
        <p14:creationId xmlns:p14="http://schemas.microsoft.com/office/powerpoint/2010/main" val="292305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 ET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46328" y="2577737"/>
            <a:ext cx="4873474" cy="473275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 :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Tension stable</a:t>
            </a:r>
          </a:p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Tension réglable</a:t>
            </a:r>
          </a:p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à réaliser</a:t>
            </a:r>
          </a:p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 coûteux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: </a:t>
            </a:r>
          </a:p>
          <a:p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Échauffement du régulateur</a:t>
            </a:r>
          </a:p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Courant limité</a:t>
            </a:r>
          </a:p>
          <a:p>
            <a:r>
              <a:rPr lang="fr-FR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Besoin d’un dissipateur thermique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0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onds dans l’eau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134</TotalTime>
  <Words>253</Words>
  <Application>Microsoft Office PowerPoint</Application>
  <PresentationFormat>Grand écran</PresentationFormat>
  <Paragraphs>52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Tw Cen MT</vt:lpstr>
      <vt:lpstr>Ronds dans l’eau</vt:lpstr>
      <vt:lpstr>REALISATION D’UNE Alimentation stabilisee variable </vt:lpstr>
      <vt:lpstr>contextualisation</vt:lpstr>
      <vt:lpstr>Qu'est ce qu'une alimentation stabilisée variable </vt:lpstr>
      <vt:lpstr>Pourquoi est-elle importante?  </vt:lpstr>
      <vt:lpstr>Objectifs du projet  </vt:lpstr>
      <vt:lpstr>Principe de fonctionnement </vt:lpstr>
      <vt:lpstr>Présentation PowerPoint</vt:lpstr>
      <vt:lpstr>Composants et rôles</vt:lpstr>
      <vt:lpstr>Niveaux d’ondulation de la tension</vt:lpstr>
      <vt:lpstr>Présentation PowerPoint</vt:lpstr>
      <vt:lpstr>Présentation PowerPoint</vt:lpstr>
      <vt:lpstr>Cas pratiques d'utilisation</vt:lpstr>
      <vt:lpstr>Avantages ET Limites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15</cp:revision>
  <dcterms:created xsi:type="dcterms:W3CDTF">2026-05-13T18:18:40Z</dcterms:created>
  <dcterms:modified xsi:type="dcterms:W3CDTF">2026-05-18T13:06:34Z</dcterms:modified>
</cp:coreProperties>
</file>